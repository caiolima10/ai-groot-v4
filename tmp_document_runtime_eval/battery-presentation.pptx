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bateria-pptx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central: responder sem inventar.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 por GIOM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 anexo.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o que realmente foi extraido.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Admitir limite quando o texto nao estiver confiavel.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 por GIOM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GIOM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bateria-pptx</dc:title>
  <dc:subject>GIOM generated presentation</dc:subject>
  <dc:creator>GIOM</dc:creator>
  <cp:lastModifiedBy>GIOM</cp:lastModifiedBy>
  <cp:revision>1</cp:revision>
  <dcterms:created xsi:type="dcterms:W3CDTF">2026-03-29T08:05:42Z</dcterms:created>
  <dcterms:modified xsi:type="dcterms:W3CDTF">2026-03-29T08:05:42Z</dcterms:modified>
</cp:coreProperties>
</file>